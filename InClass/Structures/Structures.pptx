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5" r:id="rId3"/>
    <p:sldId id="260" r:id="rId4"/>
    <p:sldId id="264" r:id="rId5"/>
    <p:sldId id="262" r:id="rId6"/>
    <p:sldId id="266" r:id="rId7"/>
    <p:sldId id="263" r:id="rId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630"/>
    <p:restoredTop sz="94541"/>
  </p:normalViewPr>
  <p:slideViewPr>
    <p:cSldViewPr snapToGrid="0" snapToObjects="1">
      <p:cViewPr varScale="1">
        <p:scale>
          <a:sx n="120" d="100"/>
          <a:sy n="120" d="100"/>
        </p:scale>
        <p:origin x="920"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15"/>
          <p:cNvGrpSpPr/>
          <p:nvPr/>
        </p:nvGrpSpPr>
        <p:grpSpPr>
          <a:xfrm>
            <a:off x="0" y="0"/>
            <a:ext cx="9144000" cy="6858000"/>
            <a:chOff x="0" y="0"/>
            <a:chExt cx="9144000" cy="6858000"/>
          </a:xfrm>
        </p:grpSpPr>
        <p:sp>
          <p:nvSpPr>
            <p:cNvPr id="8" name="Rectangle 7"/>
            <p:cNvSpPr/>
            <p:nvPr/>
          </p:nvSpPr>
          <p:spPr>
            <a:xfrm>
              <a:off x="0" y="0"/>
              <a:ext cx="7162800" cy="6858000"/>
            </a:xfrm>
            <a:prstGeom prst="rect">
              <a:avLst/>
            </a:prstGeom>
            <a:gradFill flip="none" rotWithShape="1">
              <a:gsLst>
                <a:gs pos="0">
                  <a:srgbClr val="010101">
                    <a:alpha val="51765"/>
                  </a:srgbClr>
                </a:gs>
                <a:gs pos="60000">
                  <a:srgbClr val="FEFEFE">
                    <a:alpha val="0"/>
                  </a:srgb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1143000" y="0"/>
              <a:ext cx="8001000" cy="6858000"/>
            </a:xfrm>
            <a:prstGeom prst="rect">
              <a:avLst/>
            </a:prstGeom>
            <a:gradFill flip="none" rotWithShape="1">
              <a:gsLst>
                <a:gs pos="0">
                  <a:srgbClr val="010101">
                    <a:alpha val="56000"/>
                  </a:srgbClr>
                </a:gs>
                <a:gs pos="61000">
                  <a:srgbClr val="FEFEFE">
                    <a:alpha val="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Freeform 9"/>
          <p:cNvSpPr/>
          <p:nvPr/>
        </p:nvSpPr>
        <p:spPr>
          <a:xfrm rot="10800000">
            <a:off x="891821" y="5617774"/>
            <a:ext cx="7382935" cy="537210"/>
          </a:xfrm>
          <a:custGeom>
            <a:avLst/>
            <a:gdLst>
              <a:gd name="connsiteX0" fmla="*/ 0 w 7955280"/>
              <a:gd name="connsiteY0" fmla="*/ 495300 h 495300"/>
              <a:gd name="connsiteX1" fmla="*/ 169546 w 7955280"/>
              <a:gd name="connsiteY1" fmla="*/ 0 h 495300"/>
              <a:gd name="connsiteX2" fmla="*/ 7785734 w 7955280"/>
              <a:gd name="connsiteY2" fmla="*/ 0 h 495300"/>
              <a:gd name="connsiteX3" fmla="*/ 7955280 w 7955280"/>
              <a:gd name="connsiteY3" fmla="*/ 495300 h 495300"/>
              <a:gd name="connsiteX4" fmla="*/ 0 w 7955280"/>
              <a:gd name="connsiteY4" fmla="*/ 495300 h 495300"/>
              <a:gd name="connsiteX0" fmla="*/ 0 w 7955280"/>
              <a:gd name="connsiteY0" fmla="*/ 495300 h 495300"/>
              <a:gd name="connsiteX1" fmla="*/ 169546 w 7955280"/>
              <a:gd name="connsiteY1" fmla="*/ 0 h 495300"/>
              <a:gd name="connsiteX2" fmla="*/ 3966210 w 7955280"/>
              <a:gd name="connsiteY2" fmla="*/ 95250 h 495300"/>
              <a:gd name="connsiteX3" fmla="*/ 7785734 w 7955280"/>
              <a:gd name="connsiteY3" fmla="*/ 0 h 495300"/>
              <a:gd name="connsiteX4" fmla="*/ 7955280 w 7955280"/>
              <a:gd name="connsiteY4" fmla="*/ 495300 h 495300"/>
              <a:gd name="connsiteX5" fmla="*/ 0 w 7955280"/>
              <a:gd name="connsiteY5" fmla="*/ 495300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55280" h="495300">
                <a:moveTo>
                  <a:pt x="0" y="495300"/>
                </a:moveTo>
                <a:lnTo>
                  <a:pt x="169546" y="0"/>
                </a:lnTo>
                <a:lnTo>
                  <a:pt x="3966210" y="95250"/>
                </a:lnTo>
                <a:lnTo>
                  <a:pt x="7785734" y="0"/>
                </a:lnTo>
                <a:lnTo>
                  <a:pt x="7955280" y="495300"/>
                </a:lnTo>
                <a:lnTo>
                  <a:pt x="0" y="495300"/>
                </a:lnTo>
                <a:close/>
              </a:path>
            </a:pathLst>
          </a:custGeom>
          <a:gradFill flip="none" rotWithShape="1">
            <a:gsLst>
              <a:gs pos="30000">
                <a:srgbClr val="010101">
                  <a:alpha val="34000"/>
                </a:srgbClr>
              </a:gs>
              <a:gs pos="100000">
                <a:srgbClr val="010101">
                  <a:alpha val="26000"/>
                </a:srgbClr>
              </a:gs>
            </a:gsLst>
            <a:path path="circle">
              <a:fillToRect l="50000" t="50000" r="50000" b="50000"/>
            </a:path>
            <a:tileRect/>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989952" y="1016990"/>
            <a:ext cx="7179733" cy="4831643"/>
          </a:xfrm>
          <a:prstGeom prst="rect">
            <a:avLst/>
          </a:prstGeom>
          <a:solidFill>
            <a:schemeClr val="bg1">
              <a:lumMod val="75000"/>
              <a:lumOff val="25000"/>
            </a:schemeClr>
          </a:solid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990600" y="1009650"/>
            <a:ext cx="7179733" cy="4831643"/>
          </a:xfrm>
          <a:prstGeom prst="rect">
            <a:avLst/>
          </a:prstGeom>
          <a:blipFill dpi="0" rotWithShape="1">
            <a:blip r:embed="rId2" cstate="print">
              <a:alphaModFix amt="20000"/>
              <a:grayscl/>
              <a:lum contrast="12000"/>
            </a:blip>
            <a:srcRect/>
            <a:tile tx="0" ty="0" sx="100000" sy="100000" flip="none" algn="tl"/>
          </a:blip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2" descr="C:\Users\Administrator\Desktop\Pushpin Dev\Assets\pushpinLeft.png"/>
          <p:cNvPicPr>
            <a:picLocks noChangeAspect="1" noChangeArrowheads="1"/>
          </p:cNvPicPr>
          <p:nvPr/>
        </p:nvPicPr>
        <p:blipFill>
          <a:blip r:embed="rId3" cstate="print"/>
          <a:srcRect/>
          <a:stretch>
            <a:fillRect/>
          </a:stretch>
        </p:blipFill>
        <p:spPr bwMode="auto">
          <a:xfrm rot="1435684">
            <a:off x="769521" y="702069"/>
            <a:ext cx="567831" cy="567830"/>
          </a:xfrm>
          <a:prstGeom prst="rect">
            <a:avLst/>
          </a:prstGeom>
          <a:noFill/>
        </p:spPr>
      </p:pic>
      <p:pic>
        <p:nvPicPr>
          <p:cNvPr id="14" name="Picture 2" descr="C:\Users\Administrator\Desktop\Pushpin Dev\Assets\pushpinLeft.png"/>
          <p:cNvPicPr>
            <a:picLocks noChangeAspect="1" noChangeArrowheads="1"/>
          </p:cNvPicPr>
          <p:nvPr/>
        </p:nvPicPr>
        <p:blipFill>
          <a:blip r:embed="rId3" cstate="print"/>
          <a:srcRect/>
          <a:stretch>
            <a:fillRect/>
          </a:stretch>
        </p:blipFill>
        <p:spPr bwMode="auto">
          <a:xfrm rot="4096196">
            <a:off x="7855433" y="749720"/>
            <a:ext cx="566928" cy="566928"/>
          </a:xfrm>
          <a:prstGeom prst="rect">
            <a:avLst/>
          </a:prstGeom>
          <a:noFill/>
        </p:spPr>
      </p:pic>
      <p:sp>
        <p:nvSpPr>
          <p:cNvPr id="2" name="Title 1"/>
          <p:cNvSpPr>
            <a:spLocks noGrp="1"/>
          </p:cNvSpPr>
          <p:nvPr>
            <p:ph type="ctrTitle"/>
          </p:nvPr>
        </p:nvSpPr>
        <p:spPr>
          <a:xfrm>
            <a:off x="1727201" y="1794935"/>
            <a:ext cx="5723468" cy="1828090"/>
          </a:xfrm>
        </p:spPr>
        <p:txBody>
          <a:bodyPr anchor="b">
            <a:normAutofit/>
          </a:bodyPr>
          <a:lstStyle>
            <a:lvl1pPr>
              <a:defRPr sz="4800"/>
            </a:lvl1pPr>
          </a:lstStyle>
          <a:p>
            <a:r>
              <a:rPr lang="en-US"/>
              <a:t>Click to edit Master title style</a:t>
            </a:r>
          </a:p>
        </p:txBody>
      </p:sp>
      <p:sp>
        <p:nvSpPr>
          <p:cNvPr id="3" name="Subtitle 2"/>
          <p:cNvSpPr>
            <a:spLocks noGrp="1"/>
          </p:cNvSpPr>
          <p:nvPr>
            <p:ph type="subTitle" idx="1"/>
          </p:nvPr>
        </p:nvSpPr>
        <p:spPr>
          <a:xfrm>
            <a:off x="1727200" y="3736622"/>
            <a:ext cx="5712179" cy="1524000"/>
          </a:xfrm>
        </p:spPr>
        <p:txBody>
          <a:bodyPr/>
          <a:lstStyle>
            <a:lvl1pPr marL="0" indent="0" algn="ctr">
              <a:buNone/>
              <a:defRPr>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6770676" y="5357592"/>
            <a:ext cx="1213821" cy="365125"/>
          </a:xfrm>
        </p:spPr>
        <p:txBody>
          <a:bodyPr/>
          <a:lstStyle/>
          <a:p>
            <a:fld id="{B7C3F878-F5E8-489B-AC8A-64F2A7E22C28}" type="datetimeFigureOut">
              <a:rPr lang="en-US" smtClean="0"/>
              <a:pPr/>
              <a:t>5/13/20</a:t>
            </a:fld>
            <a:endParaRPr lang="en-US"/>
          </a:p>
        </p:txBody>
      </p:sp>
      <p:sp>
        <p:nvSpPr>
          <p:cNvPr id="5" name="Footer Placeholder 4"/>
          <p:cNvSpPr>
            <a:spLocks noGrp="1"/>
          </p:cNvSpPr>
          <p:nvPr>
            <p:ph type="ftr" sz="quarter" idx="11"/>
          </p:nvPr>
        </p:nvSpPr>
        <p:spPr>
          <a:xfrm>
            <a:off x="1174044" y="5357592"/>
            <a:ext cx="5034845" cy="365125"/>
          </a:xfrm>
        </p:spPr>
        <p:txBody>
          <a:bodyPr/>
          <a:lstStyle/>
          <a:p>
            <a:endParaRPr lang="en-US" dirty="0"/>
          </a:p>
        </p:txBody>
      </p:sp>
      <p:sp>
        <p:nvSpPr>
          <p:cNvPr id="6" name="Slide Number Placeholder 5"/>
          <p:cNvSpPr>
            <a:spLocks noGrp="1"/>
          </p:cNvSpPr>
          <p:nvPr>
            <p:ph type="sldNum" sz="quarter" idx="12"/>
          </p:nvPr>
        </p:nvSpPr>
        <p:spPr>
          <a:xfrm>
            <a:off x="6213930" y="5357592"/>
            <a:ext cx="554023" cy="365125"/>
          </a:xfrm>
        </p:spPr>
        <p:txBody>
          <a:bodyPr/>
          <a:lstStyle>
            <a:lvl1pPr algn="ctr">
              <a:defRPr/>
            </a:lvl1pPr>
          </a:lstStyle>
          <a:p>
            <a:fld id="{651FC063-5EA9-49AF-AFAF-D68C9E82B23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7C3F878-F5E8-489B-AC8A-64F2A7E22C28}" type="datetimeFigureOut">
              <a:rPr lang="en-US" smtClean="0"/>
              <a:pPr/>
              <a:t>5/13/20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1FC063-5EA9-49AF-AFAF-D68C9E82B23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44979" y="2239430"/>
            <a:ext cx="6254044" cy="1362075"/>
          </a:xfrm>
        </p:spPr>
        <p:txBody>
          <a:bodyPr anchor="b"/>
          <a:lstStyle>
            <a:lvl1pPr algn="ctr">
              <a:defRPr sz="4000" b="0" cap="none" baseline="0"/>
            </a:lvl1pPr>
          </a:lstStyle>
          <a:p>
            <a:r>
              <a:rPr lang="en-US"/>
              <a:t>Click to edit Master title style</a:t>
            </a:r>
            <a:endParaRPr lang="en-US" dirty="0"/>
          </a:p>
        </p:txBody>
      </p:sp>
      <p:sp>
        <p:nvSpPr>
          <p:cNvPr id="3" name="Text Placeholder 2"/>
          <p:cNvSpPr>
            <a:spLocks noGrp="1"/>
          </p:cNvSpPr>
          <p:nvPr>
            <p:ph type="body" idx="1"/>
          </p:nvPr>
        </p:nvSpPr>
        <p:spPr>
          <a:xfrm>
            <a:off x="1456267" y="3725334"/>
            <a:ext cx="6231467" cy="1309511"/>
          </a:xfrm>
        </p:spPr>
        <p:txBody>
          <a:bodyPr anchor="t"/>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C3F878-F5E8-489B-AC8A-64F2A7E22C28}" type="datetimeFigureOut">
              <a:rPr lang="en-US" smtClean="0"/>
              <a:pPr/>
              <a:t>5/13/20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1FC063-5EA9-49AF-AFAF-D68C9E82B23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Date Placeholder 4"/>
          <p:cNvSpPr>
            <a:spLocks noGrp="1"/>
          </p:cNvSpPr>
          <p:nvPr>
            <p:ph type="dt" sz="half" idx="10"/>
          </p:nvPr>
        </p:nvSpPr>
        <p:spPr/>
        <p:txBody>
          <a:bodyPr/>
          <a:lstStyle/>
          <a:p>
            <a:fld id="{B7C3F878-F5E8-489B-AC8A-64F2A7E22C28}" type="datetimeFigureOut">
              <a:rPr lang="en-US" smtClean="0"/>
              <a:pPr/>
              <a:t>5/13/20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51FC063-5EA9-49AF-AFAF-D68C9E82B23B}" type="slidenum">
              <a:rPr lang="en-US" smtClean="0"/>
              <a:pPr/>
              <a:t>‹#›</a:t>
            </a:fld>
            <a:endParaRPr lang="en-US"/>
          </a:p>
        </p:txBody>
      </p:sp>
      <p:sp>
        <p:nvSpPr>
          <p:cNvPr id="9" name="Content Placeholder 8"/>
          <p:cNvSpPr>
            <a:spLocks noGrp="1"/>
          </p:cNvSpPr>
          <p:nvPr>
            <p:ph sz="quarter" idx="13"/>
          </p:nvPr>
        </p:nvSpPr>
        <p:spPr>
          <a:xfrm>
            <a:off x="1298448" y="2121407"/>
            <a:ext cx="3200400" cy="36027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14"/>
          </p:nvPr>
        </p:nvSpPr>
        <p:spPr>
          <a:xfrm>
            <a:off x="4663440" y="2119313"/>
            <a:ext cx="3200400" cy="36052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557869" y="2122312"/>
            <a:ext cx="2939521" cy="820208"/>
          </a:xfrm>
        </p:spPr>
        <p:txBody>
          <a:bodyPr anchor="b">
            <a:norm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p:cNvSpPr>
            <a:spLocks noGrp="1"/>
          </p:cNvSpPr>
          <p:nvPr>
            <p:ph type="body" sz="quarter" idx="3"/>
          </p:nvPr>
        </p:nvSpPr>
        <p:spPr>
          <a:xfrm>
            <a:off x="4910669" y="2122311"/>
            <a:ext cx="2944368" cy="822960"/>
          </a:xfrm>
        </p:spPr>
        <p:txBody>
          <a:bodyPr anchor="b">
            <a:norm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B7C3F878-F5E8-489B-AC8A-64F2A7E22C28}" type="datetimeFigureOut">
              <a:rPr lang="en-US" smtClean="0"/>
              <a:pPr/>
              <a:t>5/13/20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51FC063-5EA9-49AF-AFAF-D68C9E82B23B}" type="slidenum">
              <a:rPr lang="en-US" smtClean="0"/>
              <a:pPr/>
              <a:t>‹#›</a:t>
            </a:fld>
            <a:endParaRPr lang="en-US"/>
          </a:p>
        </p:txBody>
      </p:sp>
      <p:sp>
        <p:nvSpPr>
          <p:cNvPr id="11" name="Content Placeholder 10"/>
          <p:cNvSpPr>
            <a:spLocks noGrp="1"/>
          </p:cNvSpPr>
          <p:nvPr>
            <p:ph sz="quarter" idx="13"/>
          </p:nvPr>
        </p:nvSpPr>
        <p:spPr>
          <a:xfrm>
            <a:off x="1298448" y="2944368"/>
            <a:ext cx="3227832" cy="2779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4"/>
          </p:nvPr>
        </p:nvSpPr>
        <p:spPr>
          <a:xfrm>
            <a:off x="4645151" y="2944813"/>
            <a:ext cx="3227832" cy="2779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7C3F878-F5E8-489B-AC8A-64F2A7E22C28}" type="datetimeFigureOut">
              <a:rPr lang="en-US" smtClean="0"/>
              <a:pPr/>
              <a:t>5/13/20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51FC063-5EA9-49AF-AFAF-D68C9E82B23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C3F878-F5E8-489B-AC8A-64F2A7E22C28}" type="datetimeFigureOut">
              <a:rPr lang="en-US" smtClean="0"/>
              <a:pPr/>
              <a:t>5/13/20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51FC063-5EA9-49AF-AFAF-D68C9E82B23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8" name="Group 15"/>
          <p:cNvGrpSpPr/>
          <p:nvPr/>
        </p:nvGrpSpPr>
        <p:grpSpPr>
          <a:xfrm>
            <a:off x="0" y="0"/>
            <a:ext cx="9144000" cy="6858000"/>
            <a:chOff x="0" y="0"/>
            <a:chExt cx="9144000" cy="6858000"/>
          </a:xfrm>
        </p:grpSpPr>
        <p:sp>
          <p:nvSpPr>
            <p:cNvPr id="9" name="Rectangle 8"/>
            <p:cNvSpPr/>
            <p:nvPr/>
          </p:nvSpPr>
          <p:spPr>
            <a:xfrm>
              <a:off x="0" y="0"/>
              <a:ext cx="7162800" cy="6858000"/>
            </a:xfrm>
            <a:prstGeom prst="rect">
              <a:avLst/>
            </a:prstGeom>
            <a:gradFill flip="none" rotWithShape="1">
              <a:gsLst>
                <a:gs pos="0">
                  <a:srgbClr val="010101">
                    <a:alpha val="51765"/>
                  </a:srgbClr>
                </a:gs>
                <a:gs pos="60000">
                  <a:srgbClr val="FEFEFE">
                    <a:alpha val="0"/>
                  </a:srgb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1143000" y="0"/>
              <a:ext cx="8001000" cy="6858000"/>
            </a:xfrm>
            <a:prstGeom prst="rect">
              <a:avLst/>
            </a:prstGeom>
            <a:gradFill flip="none" rotWithShape="1">
              <a:gsLst>
                <a:gs pos="0">
                  <a:srgbClr val="010101">
                    <a:alpha val="56000"/>
                  </a:srgbClr>
                </a:gs>
                <a:gs pos="61000">
                  <a:srgbClr val="FEFEFE">
                    <a:alpha val="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Freeform 10"/>
          <p:cNvSpPr/>
          <p:nvPr/>
        </p:nvSpPr>
        <p:spPr>
          <a:xfrm rot="10800000">
            <a:off x="632177" y="6058038"/>
            <a:ext cx="7721601" cy="537210"/>
          </a:xfrm>
          <a:custGeom>
            <a:avLst/>
            <a:gdLst>
              <a:gd name="connsiteX0" fmla="*/ 0 w 7955280"/>
              <a:gd name="connsiteY0" fmla="*/ 495300 h 495300"/>
              <a:gd name="connsiteX1" fmla="*/ 169546 w 7955280"/>
              <a:gd name="connsiteY1" fmla="*/ 0 h 495300"/>
              <a:gd name="connsiteX2" fmla="*/ 7785734 w 7955280"/>
              <a:gd name="connsiteY2" fmla="*/ 0 h 495300"/>
              <a:gd name="connsiteX3" fmla="*/ 7955280 w 7955280"/>
              <a:gd name="connsiteY3" fmla="*/ 495300 h 495300"/>
              <a:gd name="connsiteX4" fmla="*/ 0 w 7955280"/>
              <a:gd name="connsiteY4" fmla="*/ 495300 h 495300"/>
              <a:gd name="connsiteX0" fmla="*/ 0 w 7955280"/>
              <a:gd name="connsiteY0" fmla="*/ 495300 h 495300"/>
              <a:gd name="connsiteX1" fmla="*/ 169546 w 7955280"/>
              <a:gd name="connsiteY1" fmla="*/ 0 h 495300"/>
              <a:gd name="connsiteX2" fmla="*/ 3966210 w 7955280"/>
              <a:gd name="connsiteY2" fmla="*/ 95250 h 495300"/>
              <a:gd name="connsiteX3" fmla="*/ 7785734 w 7955280"/>
              <a:gd name="connsiteY3" fmla="*/ 0 h 495300"/>
              <a:gd name="connsiteX4" fmla="*/ 7955280 w 7955280"/>
              <a:gd name="connsiteY4" fmla="*/ 495300 h 495300"/>
              <a:gd name="connsiteX5" fmla="*/ 0 w 7955280"/>
              <a:gd name="connsiteY5" fmla="*/ 495300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55280" h="495300">
                <a:moveTo>
                  <a:pt x="0" y="495300"/>
                </a:moveTo>
                <a:lnTo>
                  <a:pt x="169546" y="0"/>
                </a:lnTo>
                <a:lnTo>
                  <a:pt x="3966210" y="95250"/>
                </a:lnTo>
                <a:lnTo>
                  <a:pt x="7785734" y="0"/>
                </a:lnTo>
                <a:lnTo>
                  <a:pt x="7955280" y="495300"/>
                </a:lnTo>
                <a:lnTo>
                  <a:pt x="0" y="495300"/>
                </a:lnTo>
                <a:close/>
              </a:path>
            </a:pathLst>
          </a:custGeom>
          <a:gradFill flip="none" rotWithShape="1">
            <a:gsLst>
              <a:gs pos="30000">
                <a:srgbClr val="010101">
                  <a:alpha val="34000"/>
                </a:srgbClr>
              </a:gs>
              <a:gs pos="100000">
                <a:srgbClr val="010101">
                  <a:alpha val="26000"/>
                </a:srgbClr>
              </a:gs>
            </a:gsLst>
            <a:path path="circle">
              <a:fillToRect l="50000" t="50000" r="50000" b="50000"/>
            </a:path>
            <a:tileRect/>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rot="60000">
            <a:off x="4468872" y="605163"/>
            <a:ext cx="3788941" cy="5722296"/>
          </a:xfrm>
          <a:prstGeom prst="rect">
            <a:avLst/>
          </a:prstGeom>
          <a:solidFill>
            <a:schemeClr val="bg1"/>
          </a:solid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rot="60000">
            <a:off x="4471416" y="603504"/>
            <a:ext cx="3788941" cy="5722296"/>
          </a:xfrm>
          <a:prstGeom prst="rect">
            <a:avLst/>
          </a:prstGeom>
          <a:blipFill dpi="0" rotWithShape="1">
            <a:blip r:embed="rId2" cstate="print">
              <a:alphaModFix amt="20000"/>
              <a:grayscl/>
              <a:lum contrast="12000"/>
            </a:blip>
            <a:srcRect/>
            <a:tile tx="0" ty="0" sx="100000" sy="100000" flip="none" algn="tl"/>
          </a:blip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rot="21540000">
            <a:off x="749204" y="576868"/>
            <a:ext cx="3788941" cy="5722296"/>
          </a:xfrm>
          <a:prstGeom prst="rect">
            <a:avLst/>
          </a:prstGeom>
          <a:solidFill>
            <a:schemeClr val="bg1"/>
          </a:solid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rot="21540000">
            <a:off x="749808" y="576072"/>
            <a:ext cx="3788941" cy="5722296"/>
          </a:xfrm>
          <a:prstGeom prst="rect">
            <a:avLst/>
          </a:prstGeom>
          <a:blipFill dpi="0" rotWithShape="1">
            <a:blip r:embed="rId2" cstate="print">
              <a:alphaModFix amt="20000"/>
              <a:grayscl/>
              <a:lum contrast="12000"/>
            </a:blip>
            <a:srcRect/>
            <a:tile tx="0" ty="0" sx="100000" sy="100000" flip="none" algn="tl"/>
          </a:blip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2" descr="C:\Users\Administrator\Desktop\Pushpin Dev\Assets\pushpinLeft.png"/>
          <p:cNvPicPr>
            <a:picLocks noChangeAspect="1" noChangeArrowheads="1"/>
          </p:cNvPicPr>
          <p:nvPr/>
        </p:nvPicPr>
        <p:blipFill>
          <a:blip r:embed="rId3" cstate="print"/>
          <a:srcRect/>
          <a:stretch>
            <a:fillRect/>
          </a:stretch>
        </p:blipFill>
        <p:spPr bwMode="auto">
          <a:xfrm rot="1435684">
            <a:off x="2371106" y="293953"/>
            <a:ext cx="567831" cy="567830"/>
          </a:xfrm>
          <a:prstGeom prst="rect">
            <a:avLst/>
          </a:prstGeom>
          <a:noFill/>
        </p:spPr>
      </p:pic>
      <p:pic>
        <p:nvPicPr>
          <p:cNvPr id="19" name="Picture 2" descr="C:\Users\Administrator\Desktop\Pushpin Dev\Assets\pushpinLeft.png"/>
          <p:cNvPicPr>
            <a:picLocks noChangeAspect="1" noChangeArrowheads="1"/>
          </p:cNvPicPr>
          <p:nvPr/>
        </p:nvPicPr>
        <p:blipFill>
          <a:blip r:embed="rId3" cstate="print"/>
          <a:srcRect/>
          <a:stretch>
            <a:fillRect/>
          </a:stretch>
        </p:blipFill>
        <p:spPr bwMode="auto">
          <a:xfrm rot="4096196">
            <a:off x="6279647" y="333163"/>
            <a:ext cx="566928" cy="566928"/>
          </a:xfrm>
          <a:prstGeom prst="rect">
            <a:avLst/>
          </a:prstGeom>
          <a:noFill/>
        </p:spPr>
      </p:pic>
      <p:sp>
        <p:nvSpPr>
          <p:cNvPr id="2" name="Title 1"/>
          <p:cNvSpPr>
            <a:spLocks noGrp="1"/>
          </p:cNvSpPr>
          <p:nvPr>
            <p:ph type="title"/>
          </p:nvPr>
        </p:nvSpPr>
        <p:spPr>
          <a:xfrm rot="-60000">
            <a:off x="1108976" y="2020042"/>
            <a:ext cx="3064827" cy="1503037"/>
          </a:xfrm>
        </p:spPr>
        <p:txBody>
          <a:bodyPr anchor="b">
            <a:normAutofit/>
          </a:bodyPr>
          <a:lstStyle>
            <a:lvl1pPr algn="ctr">
              <a:defRPr sz="2400" b="0"/>
            </a:lvl1pPr>
          </a:lstStyle>
          <a:p>
            <a:r>
              <a:rPr lang="en-US"/>
              <a:t>Click to edit Master title style</a:t>
            </a:r>
          </a:p>
        </p:txBody>
      </p:sp>
      <p:sp>
        <p:nvSpPr>
          <p:cNvPr id="3" name="Content Placeholder 2"/>
          <p:cNvSpPr>
            <a:spLocks noGrp="1"/>
          </p:cNvSpPr>
          <p:nvPr>
            <p:ph idx="1"/>
          </p:nvPr>
        </p:nvSpPr>
        <p:spPr>
          <a:xfrm rot="60000">
            <a:off x="4854291" y="1150993"/>
            <a:ext cx="3020792" cy="4625489"/>
          </a:xfrm>
        </p:spPr>
        <p:txBody>
          <a:bodyPr anchor="ctr"/>
          <a:lstStyle>
            <a:lvl1pPr>
              <a:defRPr sz="2200"/>
            </a:lvl1pPr>
            <a:lvl2pPr>
              <a:defRPr sz="2000"/>
            </a:lvl2pPr>
            <a:lvl3pPr>
              <a:defRPr sz="1800"/>
            </a:lvl3pPr>
            <a:lvl4pPr>
              <a:defRPr sz="16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rot="-60000">
            <a:off x="1148125" y="3623748"/>
            <a:ext cx="3048891" cy="21004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rot="60000">
            <a:off x="6341698" y="5885672"/>
            <a:ext cx="1213821" cy="365125"/>
          </a:xfrm>
        </p:spPr>
        <p:txBody>
          <a:bodyPr/>
          <a:lstStyle/>
          <a:p>
            <a:fld id="{B7C3F878-F5E8-489B-AC8A-64F2A7E22C28}" type="datetimeFigureOut">
              <a:rPr lang="en-US" smtClean="0"/>
              <a:pPr/>
              <a:t>5/13/20</a:t>
            </a:fld>
            <a:endParaRPr lang="en-US"/>
          </a:p>
        </p:txBody>
      </p:sp>
      <p:sp>
        <p:nvSpPr>
          <p:cNvPr id="6" name="Footer Placeholder 5"/>
          <p:cNvSpPr>
            <a:spLocks noGrp="1"/>
          </p:cNvSpPr>
          <p:nvPr>
            <p:ph type="ftr" sz="quarter" idx="11"/>
          </p:nvPr>
        </p:nvSpPr>
        <p:spPr>
          <a:xfrm rot="-60000">
            <a:off x="914554" y="5829261"/>
            <a:ext cx="3522607" cy="365125"/>
          </a:xfrm>
        </p:spPr>
        <p:txBody>
          <a:bodyPr/>
          <a:lstStyle/>
          <a:p>
            <a:endParaRPr lang="en-US" dirty="0"/>
          </a:p>
        </p:txBody>
      </p:sp>
      <p:sp>
        <p:nvSpPr>
          <p:cNvPr id="7" name="Slide Number Placeholder 6"/>
          <p:cNvSpPr>
            <a:spLocks noGrp="1"/>
          </p:cNvSpPr>
          <p:nvPr>
            <p:ph type="sldNum" sz="quarter" idx="12"/>
          </p:nvPr>
        </p:nvSpPr>
        <p:spPr>
          <a:xfrm rot="60000">
            <a:off x="7557313" y="5896961"/>
            <a:ext cx="554023" cy="365125"/>
          </a:xfrm>
        </p:spPr>
        <p:txBody>
          <a:bodyPr/>
          <a:lstStyle/>
          <a:p>
            <a:fld id="{651FC063-5EA9-49AF-AFAF-D68C9E82B23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8" name="Group 15"/>
          <p:cNvGrpSpPr/>
          <p:nvPr/>
        </p:nvGrpSpPr>
        <p:grpSpPr>
          <a:xfrm>
            <a:off x="0" y="0"/>
            <a:ext cx="9144000" cy="6858000"/>
            <a:chOff x="0" y="0"/>
            <a:chExt cx="9144000" cy="6858000"/>
          </a:xfrm>
        </p:grpSpPr>
        <p:sp>
          <p:nvSpPr>
            <p:cNvPr id="9" name="Rectangle 8"/>
            <p:cNvSpPr/>
            <p:nvPr/>
          </p:nvSpPr>
          <p:spPr>
            <a:xfrm>
              <a:off x="0" y="0"/>
              <a:ext cx="7162800" cy="6858000"/>
            </a:xfrm>
            <a:prstGeom prst="rect">
              <a:avLst/>
            </a:prstGeom>
            <a:gradFill flip="none" rotWithShape="1">
              <a:gsLst>
                <a:gs pos="0">
                  <a:srgbClr val="010101">
                    <a:alpha val="51765"/>
                  </a:srgbClr>
                </a:gs>
                <a:gs pos="60000">
                  <a:srgbClr val="FEFEFE">
                    <a:alpha val="0"/>
                  </a:srgb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1143000" y="0"/>
              <a:ext cx="8001000" cy="6858000"/>
            </a:xfrm>
            <a:prstGeom prst="rect">
              <a:avLst/>
            </a:prstGeom>
            <a:gradFill flip="none" rotWithShape="1">
              <a:gsLst>
                <a:gs pos="0">
                  <a:srgbClr val="010101">
                    <a:alpha val="56000"/>
                  </a:srgbClr>
                </a:gs>
                <a:gs pos="61000">
                  <a:srgbClr val="FEFEFE">
                    <a:alpha val="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 name="Freeform 30"/>
          <p:cNvSpPr/>
          <p:nvPr/>
        </p:nvSpPr>
        <p:spPr>
          <a:xfrm rot="10800000">
            <a:off x="632177" y="6058038"/>
            <a:ext cx="7721601" cy="537210"/>
          </a:xfrm>
          <a:custGeom>
            <a:avLst/>
            <a:gdLst>
              <a:gd name="connsiteX0" fmla="*/ 0 w 7955280"/>
              <a:gd name="connsiteY0" fmla="*/ 495300 h 495300"/>
              <a:gd name="connsiteX1" fmla="*/ 169546 w 7955280"/>
              <a:gd name="connsiteY1" fmla="*/ 0 h 495300"/>
              <a:gd name="connsiteX2" fmla="*/ 7785734 w 7955280"/>
              <a:gd name="connsiteY2" fmla="*/ 0 h 495300"/>
              <a:gd name="connsiteX3" fmla="*/ 7955280 w 7955280"/>
              <a:gd name="connsiteY3" fmla="*/ 495300 h 495300"/>
              <a:gd name="connsiteX4" fmla="*/ 0 w 7955280"/>
              <a:gd name="connsiteY4" fmla="*/ 495300 h 495300"/>
              <a:gd name="connsiteX0" fmla="*/ 0 w 7955280"/>
              <a:gd name="connsiteY0" fmla="*/ 495300 h 495300"/>
              <a:gd name="connsiteX1" fmla="*/ 169546 w 7955280"/>
              <a:gd name="connsiteY1" fmla="*/ 0 h 495300"/>
              <a:gd name="connsiteX2" fmla="*/ 3966210 w 7955280"/>
              <a:gd name="connsiteY2" fmla="*/ 95250 h 495300"/>
              <a:gd name="connsiteX3" fmla="*/ 7785734 w 7955280"/>
              <a:gd name="connsiteY3" fmla="*/ 0 h 495300"/>
              <a:gd name="connsiteX4" fmla="*/ 7955280 w 7955280"/>
              <a:gd name="connsiteY4" fmla="*/ 495300 h 495300"/>
              <a:gd name="connsiteX5" fmla="*/ 0 w 7955280"/>
              <a:gd name="connsiteY5" fmla="*/ 495300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55280" h="495300">
                <a:moveTo>
                  <a:pt x="0" y="495300"/>
                </a:moveTo>
                <a:lnTo>
                  <a:pt x="169546" y="0"/>
                </a:lnTo>
                <a:lnTo>
                  <a:pt x="3966210" y="95250"/>
                </a:lnTo>
                <a:lnTo>
                  <a:pt x="7785734" y="0"/>
                </a:lnTo>
                <a:lnTo>
                  <a:pt x="7955280" y="495300"/>
                </a:lnTo>
                <a:lnTo>
                  <a:pt x="0" y="495300"/>
                </a:lnTo>
                <a:close/>
              </a:path>
            </a:pathLst>
          </a:custGeom>
          <a:gradFill flip="none" rotWithShape="1">
            <a:gsLst>
              <a:gs pos="30000">
                <a:srgbClr val="010101">
                  <a:alpha val="34000"/>
                </a:srgbClr>
              </a:gs>
              <a:gs pos="100000">
                <a:srgbClr val="010101">
                  <a:alpha val="26000"/>
                </a:srgbClr>
              </a:gs>
            </a:gsLst>
            <a:path path="circle">
              <a:fillToRect l="50000" t="50000" r="50000" b="50000"/>
            </a:path>
            <a:tileRect/>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rot="21540000">
            <a:off x="749204" y="576868"/>
            <a:ext cx="3788941" cy="5722296"/>
          </a:xfrm>
          <a:prstGeom prst="rect">
            <a:avLst/>
          </a:prstGeom>
          <a:solidFill>
            <a:schemeClr val="bg1"/>
          </a:solid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rot="21540000">
            <a:off x="745058" y="575769"/>
            <a:ext cx="3788941" cy="5722296"/>
          </a:xfrm>
          <a:prstGeom prst="rect">
            <a:avLst/>
          </a:prstGeom>
          <a:blipFill dpi="0" rotWithShape="1">
            <a:blip r:embed="rId2" cstate="print">
              <a:alphaModFix amt="20000"/>
              <a:grayscl/>
              <a:lum contrast="12000"/>
            </a:blip>
            <a:srcRect/>
            <a:tile tx="0" ty="0" sx="100000" sy="100000" flip="none" algn="tl"/>
          </a:blip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p:cNvSpPr/>
          <p:nvPr/>
        </p:nvSpPr>
        <p:spPr>
          <a:xfrm rot="60000">
            <a:off x="4468872" y="605163"/>
            <a:ext cx="3788941" cy="5722296"/>
          </a:xfrm>
          <a:prstGeom prst="rect">
            <a:avLst/>
          </a:prstGeom>
          <a:solidFill>
            <a:schemeClr val="bg1"/>
          </a:solid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p:cNvSpPr/>
          <p:nvPr/>
        </p:nvSpPr>
        <p:spPr>
          <a:xfrm rot="60000">
            <a:off x="4464768" y="603920"/>
            <a:ext cx="3788941" cy="5722296"/>
          </a:xfrm>
          <a:prstGeom prst="rect">
            <a:avLst/>
          </a:prstGeom>
          <a:blipFill dpi="0" rotWithShape="1">
            <a:blip r:embed="rId2" cstate="print">
              <a:alphaModFix amt="20000"/>
              <a:grayscl/>
              <a:lum contrast="12000"/>
            </a:blip>
            <a:srcRect/>
            <a:tile tx="0" ty="0" sx="100000" sy="100000" flip="none" algn="tl"/>
          </a:blip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2" descr="C:\Users\Administrator\Desktop\Pushpin Dev\Assets\pushpinLeft.png"/>
          <p:cNvPicPr>
            <a:picLocks noChangeAspect="1" noChangeArrowheads="1"/>
          </p:cNvPicPr>
          <p:nvPr/>
        </p:nvPicPr>
        <p:blipFill>
          <a:blip r:embed="rId3" cstate="print"/>
          <a:srcRect/>
          <a:stretch>
            <a:fillRect/>
          </a:stretch>
        </p:blipFill>
        <p:spPr bwMode="auto">
          <a:xfrm rot="1435684">
            <a:off x="2371106" y="293953"/>
            <a:ext cx="567831" cy="567830"/>
          </a:xfrm>
          <a:prstGeom prst="rect">
            <a:avLst/>
          </a:prstGeom>
          <a:noFill/>
        </p:spPr>
      </p:pic>
      <p:pic>
        <p:nvPicPr>
          <p:cNvPr id="15" name="Picture 2" descr="C:\Users\Administrator\Desktop\Pushpin Dev\Assets\pushpinLeft.png"/>
          <p:cNvPicPr>
            <a:picLocks noChangeAspect="1" noChangeArrowheads="1"/>
          </p:cNvPicPr>
          <p:nvPr/>
        </p:nvPicPr>
        <p:blipFill>
          <a:blip r:embed="rId3" cstate="print"/>
          <a:srcRect/>
          <a:stretch>
            <a:fillRect/>
          </a:stretch>
        </p:blipFill>
        <p:spPr bwMode="auto">
          <a:xfrm rot="4096196">
            <a:off x="6279647" y="333163"/>
            <a:ext cx="566928" cy="566928"/>
          </a:xfrm>
          <a:prstGeom prst="rect">
            <a:avLst/>
          </a:prstGeom>
          <a:noFill/>
        </p:spPr>
      </p:pic>
      <p:sp>
        <p:nvSpPr>
          <p:cNvPr id="2" name="Title 1"/>
          <p:cNvSpPr>
            <a:spLocks noGrp="1"/>
          </p:cNvSpPr>
          <p:nvPr>
            <p:ph type="title"/>
          </p:nvPr>
        </p:nvSpPr>
        <p:spPr>
          <a:xfrm rot="-60000">
            <a:off x="1106424" y="2020824"/>
            <a:ext cx="3063240" cy="1499616"/>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p:cNvSpPr>
          <p:nvPr>
            <p:ph type="pic" idx="1"/>
          </p:nvPr>
        </p:nvSpPr>
        <p:spPr>
          <a:xfrm rot="60000">
            <a:off x="4898615" y="1207272"/>
            <a:ext cx="2913863" cy="4539412"/>
          </a:xfrm>
          <a:ln w="101600" cap="rnd">
            <a:solidFill>
              <a:srgbClr val="FFFFFF"/>
            </a:solidFill>
          </a:ln>
          <a:effectLst>
            <a:outerShdw blurRad="88900" dir="2700000" algn="tl" rotWithShape="0">
              <a:prstClr val="black">
                <a:alpha val="40000"/>
              </a:prstClr>
            </a:outerShdw>
          </a:effectLst>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p>
        </p:txBody>
      </p:sp>
      <p:sp>
        <p:nvSpPr>
          <p:cNvPr id="4" name="Text Placeholder 3"/>
          <p:cNvSpPr>
            <a:spLocks noGrp="1"/>
          </p:cNvSpPr>
          <p:nvPr>
            <p:ph type="body" sz="half" idx="2"/>
          </p:nvPr>
        </p:nvSpPr>
        <p:spPr>
          <a:xfrm rot="-60000">
            <a:off x="1152144" y="3621024"/>
            <a:ext cx="3044952" cy="210312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rot="60000">
            <a:off x="6345936" y="5888737"/>
            <a:ext cx="1213821" cy="365125"/>
          </a:xfrm>
        </p:spPr>
        <p:txBody>
          <a:bodyPr/>
          <a:lstStyle/>
          <a:p>
            <a:fld id="{B7C3F878-F5E8-489B-AC8A-64F2A7E22C28}" type="datetimeFigureOut">
              <a:rPr lang="en-US" smtClean="0"/>
              <a:pPr/>
              <a:t>5/13/20</a:t>
            </a:fld>
            <a:endParaRPr lang="en-US"/>
          </a:p>
        </p:txBody>
      </p:sp>
      <p:sp>
        <p:nvSpPr>
          <p:cNvPr id="6" name="Footer Placeholder 5"/>
          <p:cNvSpPr>
            <a:spLocks noGrp="1"/>
          </p:cNvSpPr>
          <p:nvPr>
            <p:ph type="ftr" sz="quarter" idx="11"/>
          </p:nvPr>
        </p:nvSpPr>
        <p:spPr>
          <a:xfrm rot="-60000">
            <a:off x="914569" y="5831037"/>
            <a:ext cx="3319043" cy="365125"/>
          </a:xfrm>
        </p:spPr>
        <p:txBody>
          <a:bodyPr/>
          <a:lstStyle/>
          <a:p>
            <a:endParaRPr lang="en-US" dirty="0"/>
          </a:p>
        </p:txBody>
      </p:sp>
      <p:sp>
        <p:nvSpPr>
          <p:cNvPr id="7" name="Slide Number Placeholder 6"/>
          <p:cNvSpPr>
            <a:spLocks noGrp="1"/>
          </p:cNvSpPr>
          <p:nvPr>
            <p:ph type="sldNum" sz="quarter" idx="12"/>
          </p:nvPr>
        </p:nvSpPr>
        <p:spPr>
          <a:xfrm rot="60000">
            <a:off x="7562089" y="5900026"/>
            <a:ext cx="554023" cy="365125"/>
          </a:xfrm>
        </p:spPr>
        <p:txBody>
          <a:bodyPr/>
          <a:lstStyle/>
          <a:p>
            <a:fld id="{651FC063-5EA9-49AF-AFAF-D68C9E82B23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7C3F878-F5E8-489B-AC8A-64F2A7E22C28}" type="datetimeFigureOut">
              <a:rPr lang="en-US" smtClean="0"/>
              <a:pPr/>
              <a:t>5/13/20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1FC063-5EA9-49AF-AFAF-D68C9E82B23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1" y="925690"/>
            <a:ext cx="1430867" cy="476391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298221" y="1106312"/>
            <a:ext cx="5178779" cy="440266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7C3F878-F5E8-489B-AC8A-64F2A7E22C28}" type="datetimeFigureOut">
              <a:rPr lang="en-US" smtClean="0"/>
              <a:pPr/>
              <a:t>5/13/20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1FC063-5EA9-49AF-AFAF-D68C9E82B23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3.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15"/>
          <p:cNvGrpSpPr/>
          <p:nvPr/>
        </p:nvGrpSpPr>
        <p:grpSpPr>
          <a:xfrm>
            <a:off x="0" y="0"/>
            <a:ext cx="9144000" cy="6858000"/>
            <a:chOff x="0" y="0"/>
            <a:chExt cx="9144000" cy="6858000"/>
          </a:xfrm>
        </p:grpSpPr>
        <p:sp>
          <p:nvSpPr>
            <p:cNvPr id="8" name="Rectangle 7"/>
            <p:cNvSpPr/>
            <p:nvPr/>
          </p:nvSpPr>
          <p:spPr>
            <a:xfrm>
              <a:off x="0" y="0"/>
              <a:ext cx="7162800" cy="6858000"/>
            </a:xfrm>
            <a:prstGeom prst="rect">
              <a:avLst/>
            </a:prstGeom>
            <a:gradFill flip="none" rotWithShape="1">
              <a:gsLst>
                <a:gs pos="0">
                  <a:srgbClr val="010101">
                    <a:alpha val="51765"/>
                  </a:srgbClr>
                </a:gs>
                <a:gs pos="60000">
                  <a:srgbClr val="FEFEFE">
                    <a:alpha val="0"/>
                  </a:srgb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1143000" y="0"/>
              <a:ext cx="8001000" cy="6858000"/>
            </a:xfrm>
            <a:prstGeom prst="rect">
              <a:avLst/>
            </a:prstGeom>
            <a:gradFill flip="none" rotWithShape="1">
              <a:gsLst>
                <a:gs pos="0">
                  <a:srgbClr val="010101">
                    <a:alpha val="56000"/>
                  </a:srgbClr>
                </a:gs>
                <a:gs pos="61000">
                  <a:srgbClr val="FEFEFE">
                    <a:alpha val="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Freeform 9"/>
          <p:cNvSpPr/>
          <p:nvPr/>
        </p:nvSpPr>
        <p:spPr>
          <a:xfrm rot="10800000">
            <a:off x="628650" y="6069330"/>
            <a:ext cx="7920991" cy="537210"/>
          </a:xfrm>
          <a:custGeom>
            <a:avLst/>
            <a:gdLst>
              <a:gd name="connsiteX0" fmla="*/ 0 w 7955280"/>
              <a:gd name="connsiteY0" fmla="*/ 495300 h 495300"/>
              <a:gd name="connsiteX1" fmla="*/ 169546 w 7955280"/>
              <a:gd name="connsiteY1" fmla="*/ 0 h 495300"/>
              <a:gd name="connsiteX2" fmla="*/ 7785734 w 7955280"/>
              <a:gd name="connsiteY2" fmla="*/ 0 h 495300"/>
              <a:gd name="connsiteX3" fmla="*/ 7955280 w 7955280"/>
              <a:gd name="connsiteY3" fmla="*/ 495300 h 495300"/>
              <a:gd name="connsiteX4" fmla="*/ 0 w 7955280"/>
              <a:gd name="connsiteY4" fmla="*/ 495300 h 495300"/>
              <a:gd name="connsiteX0" fmla="*/ 0 w 7955280"/>
              <a:gd name="connsiteY0" fmla="*/ 495300 h 495300"/>
              <a:gd name="connsiteX1" fmla="*/ 169546 w 7955280"/>
              <a:gd name="connsiteY1" fmla="*/ 0 h 495300"/>
              <a:gd name="connsiteX2" fmla="*/ 3966210 w 7955280"/>
              <a:gd name="connsiteY2" fmla="*/ 95250 h 495300"/>
              <a:gd name="connsiteX3" fmla="*/ 7785734 w 7955280"/>
              <a:gd name="connsiteY3" fmla="*/ 0 h 495300"/>
              <a:gd name="connsiteX4" fmla="*/ 7955280 w 7955280"/>
              <a:gd name="connsiteY4" fmla="*/ 495300 h 495300"/>
              <a:gd name="connsiteX5" fmla="*/ 0 w 7955280"/>
              <a:gd name="connsiteY5" fmla="*/ 495300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55280" h="495300">
                <a:moveTo>
                  <a:pt x="0" y="495300"/>
                </a:moveTo>
                <a:lnTo>
                  <a:pt x="169546" y="0"/>
                </a:lnTo>
                <a:lnTo>
                  <a:pt x="3966210" y="95250"/>
                </a:lnTo>
                <a:lnTo>
                  <a:pt x="7785734" y="0"/>
                </a:lnTo>
                <a:lnTo>
                  <a:pt x="7955280" y="495300"/>
                </a:lnTo>
                <a:lnTo>
                  <a:pt x="0" y="495300"/>
                </a:lnTo>
                <a:close/>
              </a:path>
            </a:pathLst>
          </a:custGeom>
          <a:gradFill flip="none" rotWithShape="1">
            <a:gsLst>
              <a:gs pos="30000">
                <a:srgbClr val="010101">
                  <a:alpha val="34000"/>
                </a:srgbClr>
              </a:gs>
              <a:gs pos="100000">
                <a:srgbClr val="010101">
                  <a:alpha val="26000"/>
                </a:srgbClr>
              </a:gs>
            </a:gsLst>
            <a:path path="circle">
              <a:fillToRect l="50000" t="50000" r="50000" b="50000"/>
            </a:path>
            <a:tileRect/>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731520" y="575310"/>
            <a:ext cx="7696200" cy="5715000"/>
          </a:xfrm>
          <a:prstGeom prst="rect">
            <a:avLst/>
          </a:prstGeom>
          <a:solidFill>
            <a:schemeClr val="bg1">
              <a:lumMod val="75000"/>
              <a:lumOff val="25000"/>
            </a:schemeClr>
          </a:solid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731520" y="576072"/>
            <a:ext cx="7696200" cy="5715000"/>
          </a:xfrm>
          <a:prstGeom prst="rect">
            <a:avLst/>
          </a:prstGeom>
          <a:blipFill dpi="0" rotWithShape="1">
            <a:blip r:embed="rId13" cstate="print">
              <a:alphaModFix amt="20000"/>
              <a:grayscl/>
              <a:lum contrast="12000"/>
            </a:blip>
            <a:srcRect/>
            <a:tile tx="0" ty="0" sx="100000" sy="100000" flip="none" algn="tl"/>
          </a:blip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2" descr="C:\Users\Administrator\Desktop\Pushpin Dev\Assets\pushpinLeft.png"/>
          <p:cNvPicPr>
            <a:picLocks noChangeAspect="1" noChangeArrowheads="1"/>
          </p:cNvPicPr>
          <p:nvPr/>
        </p:nvPicPr>
        <p:blipFill>
          <a:blip r:embed="rId14" cstate="print"/>
          <a:srcRect/>
          <a:stretch>
            <a:fillRect/>
          </a:stretch>
        </p:blipFill>
        <p:spPr bwMode="auto">
          <a:xfrm rot="1435684">
            <a:off x="543741" y="273091"/>
            <a:ext cx="567831" cy="567830"/>
          </a:xfrm>
          <a:prstGeom prst="rect">
            <a:avLst/>
          </a:prstGeom>
          <a:noFill/>
        </p:spPr>
      </p:pic>
      <p:pic>
        <p:nvPicPr>
          <p:cNvPr id="14" name="Picture 2" descr="C:\Users\Administrator\Desktop\Pushpin Dev\Assets\pushpinLeft.png"/>
          <p:cNvPicPr>
            <a:picLocks noChangeAspect="1" noChangeArrowheads="1"/>
          </p:cNvPicPr>
          <p:nvPr/>
        </p:nvPicPr>
        <p:blipFill>
          <a:blip r:embed="rId14" cstate="print"/>
          <a:srcRect/>
          <a:stretch>
            <a:fillRect/>
          </a:stretch>
        </p:blipFill>
        <p:spPr bwMode="auto">
          <a:xfrm rot="4096196">
            <a:off x="8115079" y="298163"/>
            <a:ext cx="566928" cy="566928"/>
          </a:xfrm>
          <a:prstGeom prst="rect">
            <a:avLst/>
          </a:prstGeom>
          <a:noFill/>
        </p:spPr>
      </p:pic>
      <p:sp>
        <p:nvSpPr>
          <p:cNvPr id="2" name="Title Placeholder 1"/>
          <p:cNvSpPr>
            <a:spLocks noGrp="1"/>
          </p:cNvSpPr>
          <p:nvPr>
            <p:ph type="title"/>
          </p:nvPr>
        </p:nvSpPr>
        <p:spPr>
          <a:xfrm>
            <a:off x="1095023" y="817582"/>
            <a:ext cx="6965245" cy="120248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63040" y="2119257"/>
            <a:ext cx="6196405" cy="3603812"/>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454588" y="5809152"/>
            <a:ext cx="1213821" cy="365125"/>
          </a:xfrm>
          <a:prstGeom prst="rect">
            <a:avLst/>
          </a:prstGeom>
        </p:spPr>
        <p:txBody>
          <a:bodyPr vert="horz" lIns="91440" tIns="45720" rIns="91440" bIns="45720" rtlCol="0" anchor="ctr"/>
          <a:lstStyle>
            <a:lvl1pPr algn="r">
              <a:defRPr sz="1200">
                <a:solidFill>
                  <a:schemeClr val="tx2"/>
                </a:solidFill>
                <a:latin typeface="Rage Italic" pitchFamily="66" charset="0"/>
              </a:defRPr>
            </a:lvl1pPr>
          </a:lstStyle>
          <a:p>
            <a:fld id="{B7C3F878-F5E8-489B-AC8A-64F2A7E22C28}" type="datetimeFigureOut">
              <a:rPr lang="en-US" smtClean="0"/>
              <a:pPr/>
              <a:t>5/13/20</a:t>
            </a:fld>
            <a:endParaRPr lang="en-US" dirty="0"/>
          </a:p>
        </p:txBody>
      </p:sp>
      <p:sp>
        <p:nvSpPr>
          <p:cNvPr id="5" name="Footer Placeholder 4"/>
          <p:cNvSpPr>
            <a:spLocks noGrp="1"/>
          </p:cNvSpPr>
          <p:nvPr>
            <p:ph type="ftr" sz="quarter" idx="3"/>
          </p:nvPr>
        </p:nvSpPr>
        <p:spPr>
          <a:xfrm>
            <a:off x="914401" y="5809152"/>
            <a:ext cx="5540188" cy="365125"/>
          </a:xfrm>
          <a:prstGeom prst="rect">
            <a:avLst/>
          </a:prstGeom>
        </p:spPr>
        <p:txBody>
          <a:bodyPr vert="horz" lIns="91440" tIns="45720" rIns="91440" bIns="45720" rtlCol="0" anchor="ctr"/>
          <a:lstStyle>
            <a:lvl1pPr algn="l">
              <a:defRPr sz="1400">
                <a:solidFill>
                  <a:schemeClr val="tx2"/>
                </a:solidFill>
                <a:latin typeface="Rage Italic" pitchFamily="66" charset="0"/>
              </a:defRPr>
            </a:lvl1pPr>
          </a:lstStyle>
          <a:p>
            <a:endParaRPr lang="en-US" dirty="0"/>
          </a:p>
        </p:txBody>
      </p:sp>
      <p:sp>
        <p:nvSpPr>
          <p:cNvPr id="6" name="Slide Number Placeholder 5"/>
          <p:cNvSpPr>
            <a:spLocks noGrp="1"/>
          </p:cNvSpPr>
          <p:nvPr>
            <p:ph type="sldNum" sz="quarter" idx="4"/>
          </p:nvPr>
        </p:nvSpPr>
        <p:spPr>
          <a:xfrm>
            <a:off x="7670202" y="5809152"/>
            <a:ext cx="554023" cy="365125"/>
          </a:xfrm>
          <a:prstGeom prst="rect">
            <a:avLst/>
          </a:prstGeom>
        </p:spPr>
        <p:txBody>
          <a:bodyPr vert="horz" lIns="91440" tIns="45720" rIns="91440" bIns="45720" rtlCol="0" anchor="ctr"/>
          <a:lstStyle>
            <a:lvl1pPr algn="r">
              <a:defRPr sz="1400">
                <a:solidFill>
                  <a:schemeClr val="tx2"/>
                </a:solidFill>
                <a:latin typeface="Rage Italic" pitchFamily="66" charset="0"/>
              </a:defRPr>
            </a:lvl1pPr>
          </a:lstStyle>
          <a:p>
            <a:fld id="{651FC063-5EA9-49AF-AFAF-D68C9E82B23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2"/>
        </a:buClr>
        <a:buSzPct val="85000"/>
        <a:buFont typeface="Brush Script MT" pitchFamily="66" charset="0"/>
        <a:buChar char="O"/>
        <a:defRPr sz="2400" kern="1200">
          <a:solidFill>
            <a:schemeClr val="tx1"/>
          </a:solidFill>
          <a:latin typeface="+mn-lt"/>
          <a:ea typeface="+mn-ea"/>
          <a:cs typeface="+mn-cs"/>
        </a:defRPr>
      </a:lvl1pPr>
      <a:lvl2pPr marL="640080" indent="-274320" algn="l" defTabSz="914400" rtl="0" eaLnBrk="1" latinLnBrk="0" hangingPunct="1">
        <a:spcBef>
          <a:spcPct val="20000"/>
        </a:spcBef>
        <a:buClr>
          <a:schemeClr val="accent2"/>
        </a:buClr>
        <a:buSzPct val="85000"/>
        <a:buFont typeface="Brush Script MT" pitchFamily="66" charset="0"/>
        <a:buChar char="O"/>
        <a:defRPr sz="2200" kern="1200">
          <a:solidFill>
            <a:schemeClr val="tx1"/>
          </a:solidFill>
          <a:latin typeface="+mn-lt"/>
          <a:ea typeface="+mn-ea"/>
          <a:cs typeface="+mn-cs"/>
        </a:defRPr>
      </a:lvl2pPr>
      <a:lvl3pPr marL="914400" indent="-228600" algn="l" defTabSz="914400" rtl="0" eaLnBrk="1" latinLnBrk="0" hangingPunct="1">
        <a:spcBef>
          <a:spcPct val="20000"/>
        </a:spcBef>
        <a:buClr>
          <a:schemeClr val="accent2"/>
        </a:buClr>
        <a:buSzPct val="85000"/>
        <a:buFont typeface="Brush Script MT" pitchFamily="66" charset="0"/>
        <a:buChar char="O"/>
        <a:defRPr sz="2000" kern="1200">
          <a:solidFill>
            <a:schemeClr val="tx1"/>
          </a:solidFill>
          <a:latin typeface="+mn-lt"/>
          <a:ea typeface="+mn-ea"/>
          <a:cs typeface="+mn-cs"/>
        </a:defRPr>
      </a:lvl3pPr>
      <a:lvl4pPr marL="1280160" indent="-228600" algn="l" defTabSz="914400" rtl="0" eaLnBrk="1" latinLnBrk="0" hangingPunct="1">
        <a:spcBef>
          <a:spcPct val="20000"/>
        </a:spcBef>
        <a:buClr>
          <a:schemeClr val="accent2"/>
        </a:buClr>
        <a:buSzPct val="85000"/>
        <a:buFont typeface="Brush Script MT" pitchFamily="66" charset="0"/>
        <a:buChar char="O"/>
        <a:defRPr sz="1800" kern="1200">
          <a:solidFill>
            <a:schemeClr val="tx1"/>
          </a:solidFill>
          <a:latin typeface="+mn-lt"/>
          <a:ea typeface="+mn-ea"/>
          <a:cs typeface="+mn-cs"/>
        </a:defRPr>
      </a:lvl4pPr>
      <a:lvl5pPr marL="1645920" indent="-228600" algn="l" defTabSz="914400" rtl="0" eaLnBrk="1" latinLnBrk="0" hangingPunct="1">
        <a:spcBef>
          <a:spcPct val="20000"/>
        </a:spcBef>
        <a:buClr>
          <a:schemeClr val="accent2"/>
        </a:buClr>
        <a:buSzPct val="85000"/>
        <a:buFont typeface="Brush Script MT" pitchFamily="66" charset="0"/>
        <a:buChar char="O"/>
        <a:defRPr sz="1600" kern="1200">
          <a:solidFill>
            <a:schemeClr val="tx1"/>
          </a:solidFill>
          <a:latin typeface="+mn-lt"/>
          <a:ea typeface="+mn-ea"/>
          <a:cs typeface="+mn-cs"/>
        </a:defRPr>
      </a:lvl5pPr>
      <a:lvl6pPr marL="2011680" indent="-228600" algn="l" defTabSz="914400" rtl="0" eaLnBrk="1" latinLnBrk="0" hangingPunct="1">
        <a:spcBef>
          <a:spcPct val="20000"/>
        </a:spcBef>
        <a:buClr>
          <a:schemeClr val="accent2"/>
        </a:buClr>
        <a:buSzPct val="85000"/>
        <a:buFont typeface="Brush Script MT" pitchFamily="66" charset="0"/>
        <a:buChar char="O"/>
        <a:defRPr sz="1600" kern="1200">
          <a:solidFill>
            <a:schemeClr val="tx1"/>
          </a:solidFill>
          <a:latin typeface="+mn-lt"/>
          <a:ea typeface="+mn-ea"/>
          <a:cs typeface="+mn-cs"/>
        </a:defRPr>
      </a:lvl6pPr>
      <a:lvl7pPr marL="2377440" indent="-228600" algn="l" defTabSz="914400" rtl="0" eaLnBrk="1" latinLnBrk="0" hangingPunct="1">
        <a:spcBef>
          <a:spcPct val="20000"/>
        </a:spcBef>
        <a:buClr>
          <a:schemeClr val="accent2"/>
        </a:buClr>
        <a:buSzPct val="85000"/>
        <a:buFont typeface="Brush Script MT" pitchFamily="66" charset="0"/>
        <a:buChar char="O"/>
        <a:defRPr sz="1600" kern="1200">
          <a:solidFill>
            <a:schemeClr val="tx1"/>
          </a:solidFill>
          <a:latin typeface="+mn-lt"/>
          <a:ea typeface="+mn-ea"/>
          <a:cs typeface="+mn-cs"/>
        </a:defRPr>
      </a:lvl7pPr>
      <a:lvl8pPr marL="2743200" indent="-228600" algn="l" defTabSz="914400" rtl="0" eaLnBrk="1" latinLnBrk="0" hangingPunct="1">
        <a:spcBef>
          <a:spcPct val="20000"/>
        </a:spcBef>
        <a:buClr>
          <a:schemeClr val="accent2"/>
        </a:buClr>
        <a:buSzPct val="85000"/>
        <a:buFont typeface="Brush Script MT" pitchFamily="66" charset="0"/>
        <a:buChar char="O"/>
        <a:defRPr sz="1600" kern="1200">
          <a:solidFill>
            <a:schemeClr val="tx1"/>
          </a:solidFill>
          <a:latin typeface="+mn-lt"/>
          <a:ea typeface="+mn-ea"/>
          <a:cs typeface="+mn-cs"/>
        </a:defRPr>
      </a:lvl8pPr>
      <a:lvl9pPr marL="3108960" indent="-228600" algn="l" defTabSz="914400" rtl="0" eaLnBrk="1" latinLnBrk="0" hangingPunct="1">
        <a:spcBef>
          <a:spcPct val="20000"/>
        </a:spcBef>
        <a:buClr>
          <a:schemeClr val="accent2"/>
        </a:buClr>
        <a:buSzPct val="85000"/>
        <a:buFont typeface="Brush Script MT" pitchFamily="66" charset="0"/>
        <a:buChar char="O"/>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STRUCTURES</a:t>
            </a:r>
          </a:p>
        </p:txBody>
      </p:sp>
      <p:sp>
        <p:nvSpPr>
          <p:cNvPr id="3" name="Subtitle 2"/>
          <p:cNvSpPr>
            <a:spLocks noGrp="1"/>
          </p:cNvSpPr>
          <p:nvPr>
            <p:ph type="subTitle" idx="1"/>
          </p:nvPr>
        </p:nvSpPr>
        <p:spPr/>
        <p:txBody>
          <a:bodyPr/>
          <a:lstStyle/>
          <a:p>
            <a:r>
              <a:rPr lang="en-US" dirty="0"/>
              <a:t>CPSC 1020</a:t>
            </a:r>
          </a:p>
        </p:txBody>
      </p:sp>
    </p:spTree>
    <p:extLst>
      <p:ext uri="{BB962C8B-B14F-4D97-AF65-F5344CB8AC3E}">
        <p14:creationId xmlns:p14="http://schemas.microsoft.com/office/powerpoint/2010/main" val="5776545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a Structure?</a:t>
            </a:r>
          </a:p>
        </p:txBody>
      </p:sp>
      <p:sp>
        <p:nvSpPr>
          <p:cNvPr id="3" name="Content Placeholder 2"/>
          <p:cNvSpPr>
            <a:spLocks noGrp="1"/>
          </p:cNvSpPr>
          <p:nvPr>
            <p:ph idx="1"/>
          </p:nvPr>
        </p:nvSpPr>
        <p:spPr>
          <a:xfrm>
            <a:off x="1473797" y="2020067"/>
            <a:ext cx="6196405" cy="3980754"/>
          </a:xfrm>
        </p:spPr>
        <p:txBody>
          <a:bodyPr>
            <a:normAutofit lnSpcReduction="10000"/>
          </a:bodyPr>
          <a:lstStyle/>
          <a:p>
            <a:r>
              <a:rPr lang="en-US" dirty="0"/>
              <a:t>A user defined data type</a:t>
            </a:r>
          </a:p>
          <a:p>
            <a:r>
              <a:rPr lang="en-US" dirty="0"/>
              <a:t>But Why???</a:t>
            </a:r>
          </a:p>
          <a:p>
            <a:r>
              <a:rPr lang="en-US" dirty="0"/>
              <a:t>Suppose you want to store information about a person (name, age, salary, etc.)  You could create variables for each.  But what if you have 500 of these.  You would have to create 500 name variables, age variables, etc.  Or you could define a structure and create 500 instances of the struct rather than 500 each of name, age, salary ….</a:t>
            </a:r>
          </a:p>
          <a:p>
            <a:r>
              <a:rPr lang="en-US" dirty="0"/>
              <a:t>How do we do this???</a:t>
            </a:r>
          </a:p>
        </p:txBody>
      </p:sp>
    </p:spTree>
    <p:extLst>
      <p:ext uri="{BB962C8B-B14F-4D97-AF65-F5344CB8AC3E}">
        <p14:creationId xmlns:p14="http://schemas.microsoft.com/office/powerpoint/2010/main" val="18741559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Structure (</a:t>
            </a:r>
            <a:r>
              <a:rPr lang="en-US" dirty="0" err="1"/>
              <a:t>struct</a:t>
            </a:r>
            <a:r>
              <a:rPr lang="en-US" dirty="0"/>
              <a:t>)</a:t>
            </a:r>
          </a:p>
        </p:txBody>
      </p:sp>
      <p:sp>
        <p:nvSpPr>
          <p:cNvPr id="3" name="Content Placeholder 2"/>
          <p:cNvSpPr>
            <a:spLocks noGrp="1"/>
          </p:cNvSpPr>
          <p:nvPr>
            <p:ph idx="1"/>
          </p:nvPr>
        </p:nvSpPr>
        <p:spPr>
          <a:xfrm>
            <a:off x="1463040" y="2119257"/>
            <a:ext cx="6196405" cy="3980754"/>
          </a:xfrm>
        </p:spPr>
        <p:txBody>
          <a:bodyPr>
            <a:normAutofit/>
          </a:bodyPr>
          <a:lstStyle/>
          <a:p>
            <a:r>
              <a:rPr lang="en-US" dirty="0"/>
              <a:t>Structure syntax:</a:t>
            </a:r>
          </a:p>
          <a:p>
            <a:pPr marL="0" indent="0">
              <a:buNone/>
            </a:pPr>
            <a:r>
              <a:rPr lang="en-US" dirty="0" err="1"/>
              <a:t>struct</a:t>
            </a:r>
            <a:r>
              <a:rPr lang="en-US" dirty="0"/>
              <a:t> [structure tag] </a:t>
            </a:r>
          </a:p>
          <a:p>
            <a:pPr marL="0" indent="0">
              <a:buNone/>
            </a:pPr>
            <a:r>
              <a:rPr lang="en-US" dirty="0"/>
              <a:t>{</a:t>
            </a:r>
          </a:p>
          <a:p>
            <a:pPr marL="0" indent="0">
              <a:buNone/>
            </a:pPr>
            <a:r>
              <a:rPr lang="en-US" dirty="0"/>
              <a:t>    member definition; </a:t>
            </a:r>
          </a:p>
          <a:p>
            <a:pPr marL="0" indent="0">
              <a:buNone/>
            </a:pPr>
            <a:r>
              <a:rPr lang="en-US" dirty="0"/>
              <a:t>    ... member definition; </a:t>
            </a:r>
          </a:p>
          <a:p>
            <a:pPr marL="0" indent="0">
              <a:buNone/>
            </a:pPr>
            <a:r>
              <a:rPr lang="en-US" dirty="0"/>
              <a:t>} [one or more structure variables]; </a:t>
            </a:r>
          </a:p>
        </p:txBody>
      </p:sp>
    </p:spTree>
    <p:extLst>
      <p:ext uri="{BB962C8B-B14F-4D97-AF65-F5344CB8AC3E}">
        <p14:creationId xmlns:p14="http://schemas.microsoft.com/office/powerpoint/2010/main" val="17701619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Structures</a:t>
            </a:r>
          </a:p>
        </p:txBody>
      </p:sp>
      <p:sp>
        <p:nvSpPr>
          <p:cNvPr id="3" name="Content Placeholder 2"/>
          <p:cNvSpPr>
            <a:spLocks noGrp="1"/>
          </p:cNvSpPr>
          <p:nvPr>
            <p:ph idx="1"/>
          </p:nvPr>
        </p:nvSpPr>
        <p:spPr>
          <a:xfrm>
            <a:off x="1463040" y="2119257"/>
            <a:ext cx="6196405" cy="3942496"/>
          </a:xfrm>
        </p:spPr>
        <p:txBody>
          <a:bodyPr>
            <a:normAutofit lnSpcReduction="10000"/>
          </a:bodyPr>
          <a:lstStyle/>
          <a:p>
            <a:pPr marL="0" indent="0">
              <a:spcBef>
                <a:spcPts val="0"/>
              </a:spcBef>
              <a:buNone/>
            </a:pPr>
            <a:r>
              <a:rPr lang="en-US" dirty="0" err="1"/>
              <a:t>struct</a:t>
            </a:r>
            <a:r>
              <a:rPr lang="en-US" dirty="0"/>
              <a:t> Date{</a:t>
            </a:r>
          </a:p>
          <a:p>
            <a:pPr marL="0" indent="0">
              <a:spcBef>
                <a:spcPts val="0"/>
              </a:spcBef>
              <a:buNone/>
            </a:pPr>
            <a:r>
              <a:rPr lang="en-US" dirty="0"/>
              <a:t>   </a:t>
            </a:r>
            <a:r>
              <a:rPr lang="en-US" dirty="0" err="1"/>
              <a:t>int</a:t>
            </a:r>
            <a:r>
              <a:rPr lang="en-US" dirty="0"/>
              <a:t> month;</a:t>
            </a:r>
          </a:p>
          <a:p>
            <a:pPr marL="0" indent="0">
              <a:spcBef>
                <a:spcPts val="0"/>
              </a:spcBef>
              <a:buNone/>
            </a:pPr>
            <a:r>
              <a:rPr lang="en-US" dirty="0"/>
              <a:t>   </a:t>
            </a:r>
            <a:r>
              <a:rPr lang="en-US" dirty="0" err="1"/>
              <a:t>int</a:t>
            </a:r>
            <a:r>
              <a:rPr lang="en-US" dirty="0"/>
              <a:t> day;</a:t>
            </a:r>
          </a:p>
          <a:p>
            <a:pPr marL="0" indent="0">
              <a:spcBef>
                <a:spcPts val="0"/>
              </a:spcBef>
              <a:buNone/>
            </a:pPr>
            <a:r>
              <a:rPr lang="en-US" dirty="0"/>
              <a:t>   </a:t>
            </a:r>
            <a:r>
              <a:rPr lang="en-US" dirty="0" err="1"/>
              <a:t>int</a:t>
            </a:r>
            <a:r>
              <a:rPr lang="en-US" dirty="0"/>
              <a:t> year;</a:t>
            </a:r>
          </a:p>
          <a:p>
            <a:pPr marL="0" indent="0">
              <a:spcBef>
                <a:spcPts val="0"/>
              </a:spcBef>
              <a:buNone/>
            </a:pPr>
            <a:r>
              <a:rPr lang="en-US" dirty="0"/>
              <a:t>} </a:t>
            </a:r>
            <a:r>
              <a:rPr lang="en-US" dirty="0" err="1"/>
              <a:t>bDay</a:t>
            </a:r>
            <a:r>
              <a:rPr lang="en-US" dirty="0"/>
              <a:t>;  </a:t>
            </a:r>
            <a:r>
              <a:rPr lang="en-US" dirty="0">
                <a:solidFill>
                  <a:srgbClr val="FF0000"/>
                </a:solidFill>
              </a:rPr>
              <a:t>(optional)</a:t>
            </a:r>
          </a:p>
          <a:p>
            <a:pPr marL="0" indent="0">
              <a:spcBef>
                <a:spcPts val="0"/>
              </a:spcBef>
              <a:buNone/>
            </a:pPr>
            <a:r>
              <a:rPr lang="en-US" dirty="0"/>
              <a:t>We now have a data type called Date and a variable of type Date called </a:t>
            </a:r>
            <a:r>
              <a:rPr lang="en-US" dirty="0" err="1"/>
              <a:t>bDay</a:t>
            </a:r>
            <a:endParaRPr lang="en-US" dirty="0"/>
          </a:p>
          <a:p>
            <a:pPr marL="0" indent="0">
              <a:spcBef>
                <a:spcPts val="0"/>
              </a:spcBef>
              <a:buNone/>
            </a:pPr>
            <a:r>
              <a:rPr lang="en-US" dirty="0"/>
              <a:t>Declare another variable of type Date </a:t>
            </a:r>
            <a:r>
              <a:rPr lang="mr-IN" dirty="0"/>
              <a:t>–</a:t>
            </a:r>
            <a:r>
              <a:rPr lang="en-US" dirty="0"/>
              <a:t> </a:t>
            </a:r>
          </a:p>
          <a:p>
            <a:pPr marL="0" indent="0">
              <a:spcBef>
                <a:spcPts val="0"/>
              </a:spcBef>
              <a:buNone/>
            </a:pPr>
            <a:r>
              <a:rPr lang="en-US" dirty="0"/>
              <a:t>	</a:t>
            </a:r>
            <a:r>
              <a:rPr lang="en-US" dirty="0" err="1"/>
              <a:t>struct</a:t>
            </a:r>
            <a:r>
              <a:rPr lang="en-US" dirty="0"/>
              <a:t> Date today</a:t>
            </a:r>
          </a:p>
          <a:p>
            <a:pPr marL="0" indent="0">
              <a:spcBef>
                <a:spcPts val="0"/>
              </a:spcBef>
              <a:buNone/>
            </a:pPr>
            <a:r>
              <a:rPr lang="en-US" dirty="0"/>
              <a:t>We can also create a pointer to a </a:t>
            </a:r>
            <a:r>
              <a:rPr lang="en-US" dirty="0" err="1"/>
              <a:t>struct</a:t>
            </a:r>
            <a:r>
              <a:rPr lang="en-US" dirty="0"/>
              <a:t>  --</a:t>
            </a:r>
          </a:p>
          <a:p>
            <a:pPr marL="0" indent="0">
              <a:spcBef>
                <a:spcPts val="0"/>
              </a:spcBef>
              <a:buNone/>
            </a:pPr>
            <a:r>
              <a:rPr lang="en-US" dirty="0"/>
              <a:t>	</a:t>
            </a:r>
            <a:r>
              <a:rPr lang="en-US" dirty="0" err="1"/>
              <a:t>struct</a:t>
            </a:r>
            <a:r>
              <a:rPr lang="en-US" dirty="0"/>
              <a:t> Date *today</a:t>
            </a:r>
          </a:p>
        </p:txBody>
      </p:sp>
    </p:spTree>
    <p:extLst>
      <p:ext uri="{BB962C8B-B14F-4D97-AF65-F5344CB8AC3E}">
        <p14:creationId xmlns:p14="http://schemas.microsoft.com/office/powerpoint/2010/main" val="10949859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8619" y="679036"/>
            <a:ext cx="6965245" cy="1202485"/>
          </a:xfrm>
        </p:spPr>
        <p:txBody>
          <a:bodyPr/>
          <a:lstStyle/>
          <a:p>
            <a:r>
              <a:rPr lang="en-US" dirty="0"/>
              <a:t>Structures</a:t>
            </a:r>
          </a:p>
        </p:txBody>
      </p:sp>
      <p:sp>
        <p:nvSpPr>
          <p:cNvPr id="3" name="Content Placeholder 2"/>
          <p:cNvSpPr>
            <a:spLocks noGrp="1"/>
          </p:cNvSpPr>
          <p:nvPr>
            <p:ph idx="1"/>
          </p:nvPr>
        </p:nvSpPr>
        <p:spPr>
          <a:xfrm>
            <a:off x="1463038" y="1881521"/>
            <a:ext cx="6196405" cy="4262425"/>
          </a:xfrm>
        </p:spPr>
        <p:txBody>
          <a:bodyPr>
            <a:normAutofit/>
          </a:bodyPr>
          <a:lstStyle/>
          <a:p>
            <a:r>
              <a:rPr lang="en-US" dirty="0"/>
              <a:t>Are you tired of typing </a:t>
            </a:r>
            <a:r>
              <a:rPr lang="en-US" dirty="0" err="1"/>
              <a:t>struct</a:t>
            </a:r>
            <a:r>
              <a:rPr lang="en-US" dirty="0"/>
              <a:t>?  I am!</a:t>
            </a:r>
          </a:p>
          <a:p>
            <a:r>
              <a:rPr lang="en-US" dirty="0"/>
              <a:t>We can use </a:t>
            </a:r>
            <a:r>
              <a:rPr lang="en-US" dirty="0" err="1"/>
              <a:t>typedef</a:t>
            </a:r>
            <a:r>
              <a:rPr lang="en-US" dirty="0"/>
              <a:t> to define a </a:t>
            </a:r>
            <a:r>
              <a:rPr lang="en-US" dirty="0" err="1"/>
              <a:t>struct</a:t>
            </a:r>
            <a:r>
              <a:rPr lang="en-US" dirty="0"/>
              <a:t> </a:t>
            </a:r>
          </a:p>
          <a:p>
            <a:pPr marL="0" indent="0">
              <a:buNone/>
            </a:pPr>
            <a:r>
              <a:rPr lang="en-US" dirty="0" err="1"/>
              <a:t>typedef</a:t>
            </a:r>
            <a:r>
              <a:rPr lang="en-US" dirty="0"/>
              <a:t> </a:t>
            </a:r>
            <a:r>
              <a:rPr lang="en-US" dirty="0" err="1"/>
              <a:t>struct</a:t>
            </a:r>
            <a:r>
              <a:rPr lang="en-US" dirty="0"/>
              <a:t> Date</a:t>
            </a:r>
          </a:p>
          <a:p>
            <a:pPr marL="0" indent="0">
              <a:buNone/>
            </a:pPr>
            <a:r>
              <a:rPr lang="en-US" dirty="0"/>
              <a:t>{</a:t>
            </a:r>
          </a:p>
          <a:p>
            <a:pPr marL="0" indent="0">
              <a:buNone/>
            </a:pPr>
            <a:r>
              <a:rPr lang="en-US" dirty="0"/>
              <a:t>	</a:t>
            </a:r>
            <a:r>
              <a:rPr lang="en-US" dirty="0" err="1"/>
              <a:t>int</a:t>
            </a:r>
            <a:r>
              <a:rPr lang="en-US" dirty="0"/>
              <a:t> month, day, year;</a:t>
            </a:r>
          </a:p>
          <a:p>
            <a:pPr marL="0" indent="0">
              <a:buNone/>
            </a:pPr>
            <a:r>
              <a:rPr lang="en-US" dirty="0"/>
              <a:t>}</a:t>
            </a:r>
            <a:r>
              <a:rPr lang="en-US" dirty="0" err="1"/>
              <a:t>date_t</a:t>
            </a:r>
            <a:r>
              <a:rPr lang="en-US" dirty="0"/>
              <a:t>;</a:t>
            </a:r>
          </a:p>
          <a:p>
            <a:pPr marL="0" indent="0">
              <a:buNone/>
            </a:pPr>
            <a:r>
              <a:rPr lang="en-US" dirty="0" err="1"/>
              <a:t>date_t</a:t>
            </a:r>
            <a:r>
              <a:rPr lang="en-US" dirty="0"/>
              <a:t>  </a:t>
            </a:r>
            <a:r>
              <a:rPr lang="en-US" dirty="0" err="1"/>
              <a:t>bDate</a:t>
            </a:r>
            <a:r>
              <a:rPr lang="en-US" dirty="0"/>
              <a:t>; or </a:t>
            </a:r>
            <a:r>
              <a:rPr lang="en-US" dirty="0" err="1"/>
              <a:t>date_t</a:t>
            </a:r>
            <a:r>
              <a:rPr lang="en-US" dirty="0"/>
              <a:t> *</a:t>
            </a:r>
            <a:r>
              <a:rPr lang="en-US" dirty="0" err="1"/>
              <a:t>bDate</a:t>
            </a:r>
            <a:r>
              <a:rPr lang="en-US" dirty="0"/>
              <a:t>;  </a:t>
            </a:r>
          </a:p>
        </p:txBody>
      </p:sp>
      <p:cxnSp>
        <p:nvCxnSpPr>
          <p:cNvPr id="7" name="Straight Arrow Connector 6"/>
          <p:cNvCxnSpPr/>
          <p:nvPr/>
        </p:nvCxnSpPr>
        <p:spPr>
          <a:xfrm flipH="1">
            <a:off x="4201743" y="2985654"/>
            <a:ext cx="1037689"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5340804" y="2821860"/>
            <a:ext cx="2896509" cy="369332"/>
          </a:xfrm>
          <a:prstGeom prst="rect">
            <a:avLst/>
          </a:prstGeom>
          <a:solidFill>
            <a:schemeClr val="bg1"/>
          </a:solidFill>
        </p:spPr>
        <p:txBody>
          <a:bodyPr wrap="square" rtlCol="0">
            <a:spAutoFit/>
          </a:bodyPr>
          <a:lstStyle/>
          <a:p>
            <a:r>
              <a:rPr lang="en-US" dirty="0">
                <a:solidFill>
                  <a:srgbClr val="FF0000"/>
                </a:solidFill>
              </a:rPr>
              <a:t>“Date” here is Optional</a:t>
            </a:r>
          </a:p>
        </p:txBody>
      </p:sp>
      <p:sp>
        <p:nvSpPr>
          <p:cNvPr id="6" name="TextBox 5"/>
          <p:cNvSpPr txBox="1"/>
          <p:nvPr/>
        </p:nvSpPr>
        <p:spPr>
          <a:xfrm>
            <a:off x="4955143" y="4140894"/>
            <a:ext cx="2896509" cy="369332"/>
          </a:xfrm>
          <a:prstGeom prst="rect">
            <a:avLst/>
          </a:prstGeom>
          <a:solidFill>
            <a:schemeClr val="bg1"/>
          </a:solidFill>
        </p:spPr>
        <p:txBody>
          <a:bodyPr wrap="square" rtlCol="0">
            <a:spAutoFit/>
          </a:bodyPr>
          <a:lstStyle/>
          <a:p>
            <a:r>
              <a:rPr lang="en-US" dirty="0">
                <a:solidFill>
                  <a:srgbClr val="FF0000"/>
                </a:solidFill>
              </a:rPr>
              <a:t>Must have the type here</a:t>
            </a:r>
          </a:p>
        </p:txBody>
      </p:sp>
      <p:cxnSp>
        <p:nvCxnSpPr>
          <p:cNvPr id="11" name="Straight Arrow Connector 10"/>
          <p:cNvCxnSpPr/>
          <p:nvPr/>
        </p:nvCxnSpPr>
        <p:spPr>
          <a:xfrm flipH="1">
            <a:off x="3863084" y="4325560"/>
            <a:ext cx="1037689"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08103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8619" y="679036"/>
            <a:ext cx="6965245" cy="1202485"/>
          </a:xfrm>
        </p:spPr>
        <p:txBody>
          <a:bodyPr/>
          <a:lstStyle/>
          <a:p>
            <a:r>
              <a:rPr lang="en-US" dirty="0"/>
              <a:t>Limitations</a:t>
            </a:r>
          </a:p>
        </p:txBody>
      </p:sp>
      <p:sp>
        <p:nvSpPr>
          <p:cNvPr id="3" name="Content Placeholder 2"/>
          <p:cNvSpPr>
            <a:spLocks noGrp="1"/>
          </p:cNvSpPr>
          <p:nvPr>
            <p:ph idx="1"/>
          </p:nvPr>
        </p:nvSpPr>
        <p:spPr>
          <a:xfrm>
            <a:off x="1463038" y="1881521"/>
            <a:ext cx="6196405" cy="4262425"/>
          </a:xfrm>
        </p:spPr>
        <p:txBody>
          <a:bodyPr>
            <a:normAutofit/>
          </a:bodyPr>
          <a:lstStyle/>
          <a:p>
            <a:r>
              <a:rPr lang="en-US" dirty="0"/>
              <a:t>The c structure does not allow the struct data type to be treated like built-in data types -  we can not use operators like +, -, etc.  </a:t>
            </a:r>
          </a:p>
          <a:p>
            <a:r>
              <a:rPr lang="en-US" dirty="0"/>
              <a:t>Do not provide data hiding – we will learn more about data hiding in C++</a:t>
            </a:r>
          </a:p>
          <a:p>
            <a:r>
              <a:rPr lang="en-US" dirty="0"/>
              <a:t>Do not allow functions as a member</a:t>
            </a:r>
          </a:p>
          <a:p>
            <a:r>
              <a:rPr lang="en-US" dirty="0"/>
              <a:t>No static members</a:t>
            </a:r>
          </a:p>
          <a:p>
            <a:r>
              <a:rPr lang="en-US" dirty="0"/>
              <a:t>There are more but we will discuss them when we discuss C++ structures</a:t>
            </a:r>
          </a:p>
          <a:p>
            <a:pPr marL="0" indent="0">
              <a:buNone/>
            </a:pPr>
            <a:endParaRPr lang="en-US" dirty="0"/>
          </a:p>
        </p:txBody>
      </p:sp>
    </p:spTree>
    <p:extLst>
      <p:ext uri="{BB962C8B-B14F-4D97-AF65-F5344CB8AC3E}">
        <p14:creationId xmlns:p14="http://schemas.microsoft.com/office/powerpoint/2010/main" val="8790689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Access Structures</a:t>
            </a:r>
          </a:p>
        </p:txBody>
      </p:sp>
      <p:sp>
        <p:nvSpPr>
          <p:cNvPr id="3" name="Content Placeholder 2"/>
          <p:cNvSpPr>
            <a:spLocks noGrp="1"/>
          </p:cNvSpPr>
          <p:nvPr>
            <p:ph idx="1"/>
          </p:nvPr>
        </p:nvSpPr>
        <p:spPr/>
        <p:txBody>
          <a:bodyPr/>
          <a:lstStyle/>
          <a:p>
            <a:r>
              <a:rPr lang="en-US" dirty="0"/>
              <a:t>Either a dot ‘.’ operator or dereference ‘-&gt;’ if a pointer</a:t>
            </a:r>
          </a:p>
          <a:p>
            <a:r>
              <a:rPr lang="en-US" dirty="0"/>
              <a:t>struct1.c </a:t>
            </a:r>
          </a:p>
          <a:p>
            <a:r>
              <a:rPr lang="en-US" dirty="0" err="1"/>
              <a:t>structPtr.c</a:t>
            </a:r>
            <a:endParaRPr lang="en-US" dirty="0"/>
          </a:p>
          <a:p>
            <a:r>
              <a:rPr lang="en-US"/>
              <a:t>structPtr2.c</a:t>
            </a:r>
            <a:endParaRPr lang="en-US" dirty="0"/>
          </a:p>
        </p:txBody>
      </p:sp>
    </p:spTree>
    <p:extLst>
      <p:ext uri="{BB962C8B-B14F-4D97-AF65-F5344CB8AC3E}">
        <p14:creationId xmlns:p14="http://schemas.microsoft.com/office/powerpoint/2010/main" val="531157520"/>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Pushpin">
  <a:themeElements>
    <a:clrScheme name="Pushpin">
      <a:dk1>
        <a:sysClr val="windowText" lastClr="000000"/>
      </a:dk1>
      <a:lt1>
        <a:sysClr val="window" lastClr="FFFFFF"/>
      </a:lt1>
      <a:dk2>
        <a:srgbClr val="465E9C"/>
      </a:dk2>
      <a:lt2>
        <a:srgbClr val="CCDDEA"/>
      </a:lt2>
      <a:accent1>
        <a:srgbClr val="FDA023"/>
      </a:accent1>
      <a:accent2>
        <a:srgbClr val="AA2B1E"/>
      </a:accent2>
      <a:accent3>
        <a:srgbClr val="71685C"/>
      </a:accent3>
      <a:accent4>
        <a:srgbClr val="64A73B"/>
      </a:accent4>
      <a:accent5>
        <a:srgbClr val="EB5605"/>
      </a:accent5>
      <a:accent6>
        <a:srgbClr val="B9CA1A"/>
      </a:accent6>
      <a:hlink>
        <a:srgbClr val="D83E2C"/>
      </a:hlink>
      <a:folHlink>
        <a:srgbClr val="ED7D27"/>
      </a:folHlink>
    </a:clrScheme>
    <a:fontScheme name="Pushpin">
      <a:majorFont>
        <a:latin typeface="Constantia"/>
        <a:ea typeface=""/>
        <a:cs typeface=""/>
        <a:font script="Jpan" typeface="HGS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a:ea typeface=""/>
        <a:cs typeface=""/>
        <a:font script="Grek" typeface="Arial"/>
        <a:font script="Cyrl" typeface="Arial"/>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ushpin">
      <a:fillStyleLst>
        <a:solidFill>
          <a:schemeClr val="phClr"/>
        </a:solidFill>
        <a:gradFill rotWithShape="1">
          <a:gsLst>
            <a:gs pos="0">
              <a:schemeClr val="phClr">
                <a:tint val="50000"/>
                <a:satMod val="180000"/>
                <a:lumMod val="100000"/>
              </a:schemeClr>
            </a:gs>
            <a:gs pos="40000">
              <a:schemeClr val="phClr">
                <a:tint val="60000"/>
                <a:satMod val="130000"/>
                <a:lumMod val="100000"/>
              </a:schemeClr>
            </a:gs>
            <a:gs pos="100000">
              <a:schemeClr val="phClr">
                <a:tint val="96000"/>
                <a:lumMod val="108000"/>
              </a:schemeClr>
            </a:gs>
          </a:gsLst>
          <a:lin ang="5400000" scaled="0"/>
        </a:gradFill>
        <a:gradFill rotWithShape="1">
          <a:gsLst>
            <a:gs pos="0">
              <a:schemeClr val="phClr"/>
            </a:gs>
            <a:gs pos="100000">
              <a:schemeClr val="phClr">
                <a:shade val="76000"/>
                <a:lumMod val="90000"/>
              </a:schemeClr>
            </a:gs>
          </a:gsLst>
          <a:lin ang="5400000" scaled="0"/>
        </a:gradFill>
      </a:fillStyleLst>
      <a:lnStyleLst>
        <a:ln w="9525" cap="flat" cmpd="sng" algn="ctr">
          <a:solidFill>
            <a:schemeClr val="phClr"/>
          </a:solidFill>
          <a:prstDash val="solid"/>
        </a:ln>
        <a:ln w="15875" cap="flat" cmpd="sng" algn="ctr">
          <a:solidFill>
            <a:schemeClr val="phClr">
              <a:shade val="80000"/>
              <a:lumMod val="90000"/>
            </a:schemeClr>
          </a:solidFill>
          <a:prstDash val="solid"/>
        </a:ln>
        <a:ln w="25400" cap="flat" cmpd="sng" algn="ctr">
          <a:solidFill>
            <a:schemeClr val="phClr"/>
          </a:solidFill>
          <a:prstDash val="solid"/>
        </a:ln>
      </a:lnStyleLst>
      <a:effectStyleLst>
        <a:effectStyle>
          <a:effectLst/>
        </a:effectStyle>
        <a:effectStyle>
          <a:effectLst>
            <a:outerShdw blurRad="38100" dist="38100" dir="4800000" sx="98000" sy="98000" rotWithShape="0">
              <a:srgbClr val="000000">
                <a:alpha val="32000"/>
              </a:srgbClr>
            </a:outerShdw>
          </a:effectLst>
        </a:effectStyle>
        <a:effectStyle>
          <a:effectLst>
            <a:outerShdw blurRad="38100" dist="38100" dir="4800000" sx="96000" sy="96000" rotWithShape="0">
              <a:srgbClr val="000000">
                <a:alpha val="40000"/>
              </a:srgbClr>
            </a:outerShdw>
          </a:effectLst>
          <a:scene3d>
            <a:camera prst="orthographicFront">
              <a:rot lat="0" lon="0" rev="0"/>
            </a:camera>
            <a:lightRig rig="threePt" dir="t">
              <a:rot lat="0" lon="0" rev="3240000"/>
            </a:lightRig>
          </a:scene3d>
          <a:sp3d>
            <a:bevelT w="28575" h="28575"/>
          </a:sp3d>
        </a:effectStyle>
      </a:effectStyleLst>
      <a:bgFillStyleLst>
        <a:solidFill>
          <a:schemeClr val="phClr">
            <a:tint val="93000"/>
          </a:schemeClr>
        </a:solidFill>
        <a:blipFill rotWithShape="1">
          <a:blip xmlns:r="http://schemas.openxmlformats.org/officeDocument/2006/relationships" r:embed="rId1">
            <a:duotone>
              <a:schemeClr val="phClr">
                <a:shade val="80000"/>
                <a:satMod val="140000"/>
                <a:lumMod val="50000"/>
              </a:schemeClr>
              <a:schemeClr val="phClr">
                <a:tint val="95000"/>
                <a:satMod val="180000"/>
                <a:lumMod val="160000"/>
              </a:schemeClr>
            </a:duotone>
          </a:blip>
          <a:stretch/>
        </a:blipFill>
        <a:blipFill rotWithShape="1">
          <a:blip xmlns:r="http://schemas.openxmlformats.org/officeDocument/2006/relationships" r:embed="rId2">
            <a:duotone>
              <a:schemeClr val="phClr">
                <a:tint val="98000"/>
                <a:shade val="90000"/>
                <a:satMod val="120000"/>
                <a:lumMod val="54000"/>
              </a:schemeClr>
              <a:schemeClr val="phClr">
                <a:tint val="80000"/>
                <a:satMod val="160000"/>
                <a:lumMod val="140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Pushpin.thmx</Template>
  <TotalTime>4046</TotalTime>
  <Words>338</Words>
  <Application>Microsoft Macintosh PowerPoint</Application>
  <PresentationFormat>On-screen Show (4:3)</PresentationFormat>
  <Paragraphs>46</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Brush Script MT</vt:lpstr>
      <vt:lpstr>Constantia</vt:lpstr>
      <vt:lpstr>Franklin Gothic Book</vt:lpstr>
      <vt:lpstr>Rage Italic</vt:lpstr>
      <vt:lpstr>Pushpin</vt:lpstr>
      <vt:lpstr>STRUCTURES</vt:lpstr>
      <vt:lpstr>What is a Structure?</vt:lpstr>
      <vt:lpstr>Structure (struct)</vt:lpstr>
      <vt:lpstr>Structures</vt:lpstr>
      <vt:lpstr>Structures</vt:lpstr>
      <vt:lpstr>Limitations</vt:lpstr>
      <vt:lpstr>Access Structures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Wrapping Up C Review</dc:title>
  <dc:creator>Yvon Feaster</dc:creator>
  <cp:lastModifiedBy>Yvon Hall Feaster</cp:lastModifiedBy>
  <cp:revision>42</cp:revision>
  <dcterms:created xsi:type="dcterms:W3CDTF">2016-01-16T17:12:04Z</dcterms:created>
  <dcterms:modified xsi:type="dcterms:W3CDTF">2020-05-13T14:35:46Z</dcterms:modified>
</cp:coreProperties>
</file>